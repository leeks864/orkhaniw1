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1AC350-0E27-44A5-80CE-05D94AE4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631C34A-2457-F05C-961E-30B4ADDA7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A5B3C8-6340-53DA-A7DE-73886C2E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E39A3B-613F-2651-304A-BF48137D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1D2540-5D77-F46C-7445-A10ACF8D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831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8020BC-DE47-36FB-5EA1-A76B9B1C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A19790-7F06-7882-4FBE-F2814350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F4025F-2796-EE65-CF98-B245E867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CC9494-EC1D-A538-8A86-80DA2585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581283-F500-CE4A-A40C-648B48D9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211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9CA42E-6C4E-186E-F2A2-796AC017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4F2133-0F16-EBE6-558B-66BA6904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89C0CC-3C65-D337-8AF6-E665F165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7C4DBC-10A1-7229-F702-3214AC4E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F7B73A-CAE9-0704-19EC-B9EB007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27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47E601-2942-F255-EE41-A2902E5D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45762-EF1F-990A-4176-89A264D02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7C56CF2-699B-A40D-DAA1-6898E8913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506CEDF-FCEB-F3C5-0545-0A593FEC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F2C75E-8A55-BAE4-9401-1B1E5FAD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9C1A8C1-EE7D-1976-6034-0B90C43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899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27E40-5BCF-B39C-9184-E65A3BF8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9A3406-B57E-7DE9-6D95-778152B1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A06ACF-7128-849F-E9EC-F2488D0CE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86C1432-93E2-2B46-0AC7-CC6239EE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B1B8F5C-50B7-862D-2B85-193BE8EB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82694C0-A91F-107A-2EA9-C92BE6BF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DE601ED-4142-F375-3027-53E40030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D359896-088E-8E90-9A8D-0704F14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38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B93730-C35B-E8D8-CB4E-5ADFC06D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C1E184-69E6-0DD2-B212-439EC813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771085F-72D4-7ADA-FE39-02787388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8EFD94-0A5A-F7AA-BE20-2BEAB437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19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8FE21A2-1C8C-E8BA-6454-B50AB5B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AE0245A-4A00-E4F8-AF7D-9A553F50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3A3D31-BFDC-9026-089D-155A7F66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35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9FE1CE-FA8C-03B9-197E-B3E31C6D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67A8FD-2B03-0681-047A-71D4A52F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9564D1-5101-5690-E2D7-1B58AB27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9002B1B-3F25-A5CB-8110-C929C139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A667D4-312E-01A1-7C33-CC769DA2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2CEF6E-D5D0-926D-5960-5597725C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62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F4CD32-3F40-919F-BD22-CD62C76C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D61FE2-032A-F935-DBA6-21DC26B7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89E74D9-B30E-3EED-500B-823A10C99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7D606F-AA2B-2E46-7F86-A4AFC24C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E0058E-54CD-1223-B020-0606CB84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F6EF7E-4A00-0CBA-A120-806552FA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9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5FCDD3-6520-2E82-46B2-571C06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61EFF60-9F89-6E2A-84BF-9591405B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C05069-A7AF-6358-A21F-49AE616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C7B471-A0FE-78B6-66E0-F088CE8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4B2105-F45A-C8AA-A1BC-C637CF9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66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5618527-18F1-91DF-C6F3-CA8DE7A65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07841A-0405-4E5E-E5FD-D67FB964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A5C95C-FEDB-E1B6-A87A-9E26F159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A94931-0E9D-82D9-1D52-E434AE13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4FAA7D-EB99-570C-824F-06B073B6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9B3AAE3-CB02-2CF0-B502-008F5463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E76A92-6326-B358-3140-3E213742F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F5464C-A7A3-AC4D-B5CD-7B4F51493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364FB9-7033-66B1-8DE4-6732638FA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13B7C6-E9CC-A66E-AC99-F99D6B1B1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09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31CA55-1A1F-4564-0026-AD143F106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Orkhan </a:t>
            </a:r>
            <a:r>
              <a:rPr lang="tr-TR" dirty="0" err="1"/>
              <a:t>Shikhlar</a:t>
            </a:r>
            <a:r>
              <a:rPr lang="tr-TR" dirty="0"/>
              <a:t> AI IW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370DD64-19B7-0DC0-2957-91853DB7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38382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BE5A97-811C-7274-22BF-E45F7D5D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Framework , Library </a:t>
            </a:r>
            <a:r>
              <a:rPr lang="tr-TR" dirty="0" err="1"/>
              <a:t>insertion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A5D8F286-264E-B878-5978-2E6206D50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91" y="2138923"/>
            <a:ext cx="11238217" cy="31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693D8-2148-AD05-C00C-42B03DDF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Seed</a:t>
            </a:r>
            <a:r>
              <a:rPr lang="tr-TR" dirty="0"/>
              <a:t> </a:t>
            </a:r>
            <a:r>
              <a:rPr lang="tr-TR" dirty="0" err="1"/>
              <a:t>configration</a:t>
            </a: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FC18F92-D76F-B8FC-6C37-637CBF809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541" y="2078538"/>
            <a:ext cx="7781152" cy="38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6B343-0B18-95C1-C08A-40A5D397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Downlaod</a:t>
            </a:r>
            <a:r>
              <a:rPr lang="tr-TR" dirty="0"/>
              <a:t> MNIST </a:t>
            </a:r>
            <a:r>
              <a:rPr lang="tr-TR" dirty="0" err="1"/>
              <a:t>Dataset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42B392E-B34F-A1AE-52D1-1EB9AE99A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939" y="2562271"/>
            <a:ext cx="11626121" cy="17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2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12AC5-BCB2-8A83-1B9E-1953F3A2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Preprocessing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F168AAB-88E8-5D44-58ED-B19251285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947" y="1690688"/>
            <a:ext cx="9214106" cy="375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6A8C46-EFCA-4141-1DE8-06739131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</a:t>
            </a:r>
            <a:r>
              <a:rPr lang="tr-TR" dirty="0" err="1"/>
              <a:t>Augmentation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1640B86-2EA4-F60A-35B4-46EC8EF2484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1353798" y="5958286"/>
            <a:ext cx="45719" cy="21867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7D9E8298-D09B-6758-6DAB-0E5C669B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64" y="2044300"/>
            <a:ext cx="7200872" cy="39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45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B08B59-E82A-EA3D-1FA1-5822149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Create</a:t>
            </a:r>
            <a:r>
              <a:rPr lang="tr-TR" dirty="0"/>
              <a:t> CNN Model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843F932-7877-F7E3-238B-09AF4AF68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777" y="1562352"/>
            <a:ext cx="11276446" cy="45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B16F79-162A-BD2E-2DA2-6BA6E753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Compile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62348941-5D69-A07E-BD41-793B4464A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852" y="1989221"/>
            <a:ext cx="10134295" cy="344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6C3126-75D1-B023-9611-A6E41301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 </a:t>
            </a:r>
            <a:r>
              <a:rPr lang="tr-TR" dirty="0" err="1"/>
              <a:t>Summary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F781AFB-BBE1-C065-B432-5A047B24A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513" y="1407990"/>
            <a:ext cx="8568973" cy="508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209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0D43B6-37EF-0682-EDA3-F762F500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B7D7CBB2-6CCC-CD6B-2380-68179909E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1857" y="365125"/>
            <a:ext cx="8610332" cy="59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6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427679-7ED4-C905-4856-6FCFB6FA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Plots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matplot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E6B6C16-5E2D-7A4E-D7FB-0D1223098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457" y="1443788"/>
            <a:ext cx="8009690" cy="541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Geniş ekran</PresentationFormat>
  <Paragraphs>12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Teması</vt:lpstr>
      <vt:lpstr>Orkhan Shikhlar AI IW</vt:lpstr>
      <vt:lpstr>Framework , Library insertion</vt:lpstr>
      <vt:lpstr>Seed configration</vt:lpstr>
      <vt:lpstr>Downlaod MNIST Dataset</vt:lpstr>
      <vt:lpstr>Preprocessing</vt:lpstr>
      <vt:lpstr>Data Augmentation</vt:lpstr>
      <vt:lpstr>Create CNN Model</vt:lpstr>
      <vt:lpstr>Compile</vt:lpstr>
      <vt:lpstr>Model Summary</vt:lpstr>
      <vt:lpstr>Train</vt:lpstr>
      <vt:lpstr>Plots with matplot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orkhan</dc:creator>
  <cp:lastModifiedBy>orkhan</cp:lastModifiedBy>
  <cp:revision>1</cp:revision>
  <dcterms:created xsi:type="dcterms:W3CDTF">2025-12-24T11:54:04Z</dcterms:created>
  <dcterms:modified xsi:type="dcterms:W3CDTF">2025-12-24T11:54:16Z</dcterms:modified>
</cp:coreProperties>
</file>